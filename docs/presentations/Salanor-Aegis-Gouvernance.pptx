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Merci à M. Yassine pour la mise en relation. En une phrase : quand l'automatisation touche l'argent ou les dossiers clients, qui a autorisé quoi, avec quelle règle, et pouvez-vous le prouver à l'audit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slide WHY. Ouvrez toute conversation avec cette question. Ne vendez pas la technologie en premier. Vendez la réponse à la question du comité risque.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Coût caché : retards d'audit, stress en comité, projets d'automatisation bloqués.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dites jamais que leur système est cassé. Validez leur stabilité. Repositionnez sur l'avenir et la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Ils doivent sentir un gain immédiat, pas qu'ils nous aident à valider un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présentez pas deux produits. Automatisation gouvernée = la raison d'acheter.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Phrase clé : Aegis ne remplace pas vos systèmes. Il empêche le mauvais mouvement et laisse une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Critère de succès non négociable. Répétez-le.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directe à l'objection banque. Honnête = crédible. Ne promettez pas un modèle ML générique.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 de refonte applicative. On encadre ce qui existe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démo live : Approbations historique, relance n8n, trace,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Séparer proposé par le système et autorisé par une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dites jamais partenaire de conception. Offre réelle, périmètre fixe, résultat mesurable.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partagé : cette slide est le CTA. En présentiel, proposez de fixer la date avant de quitter la salle. En async, le contact sait exactement quoi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Remerciez M. Yassine. Proposez une intro ou une démo live de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SALANOR · CONFIDENTIEL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DE9"/>
                </a:solidFill>
                <a:latin typeface="Segoe UI"/>
              </a:rPr>
              <a:t>Gouvernance et automatisation</a:t>
            </a:r>
            <a:br/>
            <a:r>
              <a:t>maîtrisée pour la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74980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B0AC"/>
                </a:solidFill>
                <a:latin typeface="Segoe UI"/>
              </a:rPr>
              <a:t>Virements, sinistres, KYC, limites : règles, approbation humaine si nécessaire, preuve signée exportable. Sans remplacer le core banking ni le SI sinistres.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Landry Bougang Fotso · Fondateur, Salanor Ltd · Kigali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POURQUOI MAINTENANT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Une couche de gouvernance, pas seulement de l'automatisation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Vos équipes automatisent déjà, ou vont le faire avec l'IA : virements, sinistres, KYC, limites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Le risque n'est pas la vitesse. C'est l'absence de preuve quand un contrôleur demande qui a autorisé quoi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Les logs disent qu'il s'est passé quelque chose. Ils ne disent pas quelle règle ni quel responsable nommé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Aegis : règles avant exécution, approbateur humain si requis, registre signé exportable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Vous gagnez : lancer l'automatisation sans bloquer les projets en comité risque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440680"/>
            <a:ext cx="79552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Quand l'argent ou les données clients bougent à la vitesse machine, le conseil et le régulateur posent une seule question : qui a autorisé, sous quelle règle, et pouvez-vous le prouver sans reconstruire cinq systèmes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Les opérations sensibles s'accélèrent. La preuve, non.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3794760" cy="23317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313432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Banque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51760"/>
            <a:ext cx="3520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Virement au-dessus d'un plafond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Changement de limite ou de statut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Validation KYC / LBC-FT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Ordre vers un système de paiement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148840"/>
            <a:ext cx="3794760" cy="23317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313432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Assurance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651760"/>
            <a:ext cx="3520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Règlement ou décaissement sinistre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Changement de garanties en production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Ouverture ou clôture de dossier à enjeu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Transmission vers un régulateur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548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Quand l'audit demande qui a validé quoi, les journaux applicatifs et les tickets ne suffisent pas. Il manque une chaîne unique : règle, décision humaine si requise, exécution, horodatage vérifiable.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VOS SYSTÈMES FONCTIONNENT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Pas une panne. Une question de gouvernance pour demain.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Si tout fonctionne aujourd'hui, tant mieux. Aegis n'est pas un correctif d'incident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La question est demain : copilote IA, script métier, orchestration. Qui autorise avant le core 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Un système stable sans registre signé des approbations = audit reconstruit en semaines, pas en heures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Ce que vous gagnez : dire oui aux projets d'automatisation parce que la preuve existe avant le prochain contrôle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Vous êtes en avance sur la stabilité. Aegis est la couche qui permet d'ajouter l'IA et l'automatisation sans parier l'institution.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CE QUE VOUS GAGNEZ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Vitesse et preuve audit en même temps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16459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Accélérer sans peur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5351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Lancer l'automatisation sans blocage systématique du comité risque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1" y="224028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1" y="2404872"/>
            <a:ext cx="16459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Répondre vite à l'audit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1" y="295351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Trace signée + export en heures, pas en semaines de reconstruction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2582" y="224028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2" y="2404872"/>
            <a:ext cx="16459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Responsabilité claire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2" y="295351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Approbateur nommé, règle appliquée, historique complet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11693" y="224028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8853" y="2404872"/>
            <a:ext cx="16459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Déploiement concret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3" y="295351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Un flux critique en 4 à 8 semaines, résultat mesurable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AUTOMATISATION MAÎTRISÉE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Une seule offre : automatiser ET gouverner chaque étape sensible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EB0AC"/>
                </a:solidFill>
                <a:latin typeface="Segoe UI"/>
              </a:rPr>
              <a:t>Automatisation seule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Rapide, mais aveugle et risqué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EB0AC"/>
                </a:solidFill>
                <a:latin typeface="Segoe UI"/>
              </a:rPr>
              <a:t>Gouvernance seule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Sûr, mais lent et difficile à scaler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Salanor Aegis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Règles + approbation + trace signée sur le flux que vous automatisez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9204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Salanor peut intégrer n8n, vos APIs et vos scripts. Aegis encadre chaque action sensible dès le premier jour.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POSITIONNEMENT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Où Aegis s'insère dans votre paysage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Aegis se place avant l'exécution d'une action sensible : règle, approbation nommée si besoin, registre signé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Ce n'est pas un core banking, un moteur AML, ni un SIEM. Vous gardez vos systèmes métier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Couche de gouvernance et de preuve autour de vos flux : API, orchestration, scripts internes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Production : clés BYOK (clé privée chez vous). Orchestrateur (n8n) : pont Workflow Bridge sans clé privée dans l'outil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CE QUE VOUS DÉPLOYEZ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Solution opérationnelle, pas un projet R&amp;D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713232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258568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Vous gardez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76856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Core banking, SI sinistres, SIEM, AML, vos équipes, vos processus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953512"/>
            <a:ext cx="7955279" cy="713232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06324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Salanor ajoute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81528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Règles avant action sensible, approbation nommée, alertes, trace signée, export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58184"/>
            <a:ext cx="7955279" cy="713232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867912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Intégration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886200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n8n, Make, HTTP, SDK TypeScript / Python / Go, format ouvert APS-1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62856"/>
            <a:ext cx="7955279" cy="713232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7258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Clés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6908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BYOK en production. Pont orchestrateur pour un pilote rapide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3212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Déploiement sur un flux critique en 4 à 8 semaines. Succès = votre audit valide la preuve sans Salanor dans la salle.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LIMITES ET RÈGLES PAR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Aujourd'hui, demain avec vous, scoring sur vos données si vous le souhaitez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2514600" cy="28803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Aujourd'hui (livré)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15768"/>
            <a:ext cx="2286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Seuils par montant et par type d'action (ex. virement &gt; X → approbation)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Contexte client complet visible par l'approbateur : compte, bénéficiaire, segment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Plusieurs politiques actives en parallèle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148840"/>
            <a:ext cx="2514600" cy="28803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22860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Phase 2 (déploiement)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715768"/>
            <a:ext cx="2286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Règles par segment client, type de compte, liste bénéficiaires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Champs métier de votre core dans la condition de règle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148840"/>
            <a:ext cx="2514600" cy="28803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22860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Phase 3 (optionnel)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2715768"/>
            <a:ext cx="2286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Modèle de risque sur vos données pour recommander le plafond par client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Le scoring reste chez vous ou se construit en cadrage avec vos équipes risque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57800"/>
            <a:ext cx="79552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Nous ne prétendons pas avoir votre modèle de risque aujourd'hui. Nous fournissons la couche d'exécution et de preuve. La personnalisation par client se mappe avec vos équipes paiement et risque.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FONCTIONNEMENT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Quatre étapes, une chaîne de preuve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Raccorder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n8n, SDK, ou format APS-1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1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199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9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Appliquer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Autoriser, refuser, ou exiger approbation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2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0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0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Enregistrer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0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Registre signé, lots de témoin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1693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1421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1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Exporter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1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Console, vérification, bundle audit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DÉMONSTRATION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Scénario banque : virement sortant au-dessus du plafond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30632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Cas : workflow tente un virement de 2 500 USD. Règle : au-delà de 1 000 USD, approbation humaine requise.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Sans gouvernance : le virement part dès que le workflow s'exécute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Avec Aegis : le flux s'arrête. L'approbateur voit montant, bénéficiaire, contexte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Sans approbation : pas de virement. Chaque étape enregistrée et signée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Même mécanique pour sinistre, KYC, changement de limite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8640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Console : app.salanor.com · Démo live ou captures selon le format de la réunion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APPROBATION ET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Qui a signé, pas seulement ce qui s'est passé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Alertes : e-mail, Slack, PagerDuty, SMS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Approbateur identifié, horodaté, trace unique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Refus ou expiration : l'opération ne s'exécute pas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Historique complet avec la règle appliquée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148840"/>
            <a:ext cx="3611880" cy="25603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3317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Exports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69748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Bundle par période, hash d'intégrité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Correspondance SOC 2 et EU AI Act (aide doc., pas certification Salanor)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Relecture pas à pas dans la console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OFFRE DE 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4 à 8 semaines · un flux · une preuve que votre audit valide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Périmètre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276856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Un processus : virement, sinistre, KYC, changement de limite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98648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08376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Livré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26664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Règles, approbations, registre actif, formation console, export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48456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58183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Plateforme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776472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Formule Team à partir de 299 USD / mois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398264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0799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526279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Forfait selon complexité (orchestrateur seul vs API métier + BYOK)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148072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Succès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276088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Opération sensible approuvée par un humain nommé, trace vérifiable par votre équipe risque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0644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18582"/>
                </a:solidFill>
                <a:latin typeface="Segoe UI"/>
              </a:rPr>
              <a:t>api.salanor.com · app.salanor.com · Pas d'engagement pluriannuel pour commencer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PROCHAINE ÉTAPE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Une question, un cas concret, ou envie d'en savoir plus ? Prenons rendez-vous.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98648"/>
            <a:ext cx="2240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Présentation courte, réponses à vos questions, aperçu console ou démo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24028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45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98648"/>
            <a:ext cx="2240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Cadrage avec ops, risque ou IT : un flux sensible, règles, approbateurs, critère de succès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24028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Sur demande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898648"/>
            <a:ext cx="2240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Exemple d'export audit, fiche une page, ou démo sur un scénario banque / assurance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0916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Contactez-moi directement ou via M. Yassine. Nous fixons un créneau et repartons avec un périmètre clair si un déploiement a du sens pour vous.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4924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hello@salanor.com · partners@salanor.com · app.salanor.com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D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DE9"/>
                </a:solidFill>
                <a:latin typeface="Segoe UI"/>
              </a:rPr>
              <a:t>Salanor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E9"/>
                </a:solidFill>
                <a:latin typeface="Segoe UI"/>
              </a:rPr>
              <a:t>Landry Bougang Fotso · Fondateur · Kigali,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5856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www.salanor.com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2616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www.salanor.com/products/aegis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26664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E9"/>
                </a:solidFill>
                <a:latin typeface="Segoe UI"/>
              </a:rPr>
              <a:t>app.salanor.com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93592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hello@salanor.com · partners@salanor.com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18582"/>
                </a:solidFill>
                <a:latin typeface="Segoe UI"/>
              </a:rPr>
              <a:t>Gouvernance et automatisation · Banque et assurance · 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