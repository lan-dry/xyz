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them for the meeting. You understand BK has been careful about AI — that is the right instinct. Today: what AI security really means, where Salanor Aegis fits, and a live demo of control +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Validate their fear. Do not dismiss it. They are right to hesitate without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they want full AI security: Aegis is the actions layer. You partner with their SOC and model vendors. Do not claim to replace firewall or LLM safety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line: AI proposes, rules decide, humans authorize when needed, proof remains.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early: which use case is top of mind? Listen. Anchor pilot on their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core banking. Not SIEM. Complementary layer they are missing for AI-era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 — demo is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before demo: n8n uses Workflow Bridge; production can use BYOK on core APIs. Same pattern for AI-triggered payments or KYC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what risk and internal audit need for AI-era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overclaim certification. Emphasize operational proof for board and regulator.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 risk entry. One flow, measurable proof, then expand.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Listen. Take notes. Propose scoping call with the right people before you leave.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them. Say you will send PDF after meeting. Propose scoping call with risk/IT if interest.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SALANOR · CONFIDENTIAL · BANK OF KIGALI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772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8EDE9"/>
                </a:solidFill>
                <a:latin typeface="Segoe UI"/>
              </a:rPr>
              <a:t>Governed AI &amp; automation</a:t>
            </a:r>
            <a:br/>
            <a:r>
              <a:t>for banking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749807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B0AC"/>
                </a:solidFill>
                <a:latin typeface="Segoe UI"/>
              </a:rPr>
              <a:t>How to adopt AI and automation without losing control, accountability, or audit proof.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806440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18582"/>
                </a:solidFill>
                <a:latin typeface="Segoe UI"/>
              </a:rPr>
              <a:t>Landry Bougang Fotso · Founder, Salanor Ltd · Kigali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WHY BANKS HESITATE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AI without control is a liability, not an advantage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 wrong payment or account change can execute at machine speed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Regulators and the board ask: who authorized this, and can you prove it?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Logs and chat threads are not enough for internal audit or BNR supervision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One incident can freeze every AI project for years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Teams block automation because nobody wants to sign without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49240"/>
            <a:ext cx="79552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Your caution is correct. The question is not whether to use AI — it is how to use it safely.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AI SECURITY IS LAYERED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No single product covers everything — be honest about the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7955279" cy="868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5856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Infrastructure &amp;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276856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Network, IAM, encryption, DLP — your existing security team / vendors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108960"/>
            <a:ext cx="7955279" cy="868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1868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Models &amp; prompts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236976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Vendor choice, testing, prompt safety, monitoring — MLOps / AI platform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069080"/>
            <a:ext cx="7955279" cy="868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7880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Actions &amp;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197096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Rules, human approval, signed traces, audit exports — Salanor Aegis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029200"/>
            <a:ext cx="7955279" cy="868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3892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Oversight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5157216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Policies, board reporting, regulatory evidence — compliance + Aegis exports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532120"/>
            <a:ext cx="7955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Aegis is the operational control plane: nothing sensitive moves without rules, approval, and proof.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WHERE AEGIS 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Before money, accounts, or client records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Customer-facing AI suggests an action → Aegis evaluates rules → human approves if required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Internal copilot prepares a transfer or limit change → same gate before execution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Automated KYC / onboarding workflow → block exceptions until a named person signs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Any API, script, or orchestrator touching sensitive operations → one accountability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257800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Works with chatbots, copilots, n8n, and core APIs. Aegis does not judge model output — it governs operations.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BANK OF KIGALI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Likely starting points — pick one for a 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Outbound payments above threshold → approval before execution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KYC / onboarding exceptions → route to compliance with full context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Account or limit changes → dual control before core banking update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AI-assisted customer service → human gate before any financial action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Internal automation / copilots → same proof for audit and risk committee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YOUR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You keep your systems — Aegis adds control and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3794760" cy="228600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3C2A9"/>
                </a:solidFill>
                <a:latin typeface="Segoe UI"/>
              </a:rPr>
              <a:t>You keep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3474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Core banking, channels, SIEM, AML engine, AI model vendors, existing governance.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240280"/>
            <a:ext cx="3794760" cy="228600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423160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3C2A9"/>
                </a:solidFill>
                <a:latin typeface="Segoe UI"/>
              </a:rPr>
              <a:t>Aegis adds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788920"/>
            <a:ext cx="3474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EDE9"/>
                </a:solidFill>
                <a:latin typeface="Segoe UI"/>
              </a:rPr>
              <a:t>Rules before execution, named human approval, signed register, exports for audit and BNR reviews.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Four steps — one chain of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1874519" cy="219456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3C2A9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API, SDK, n8n, or open APS-1 ingest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33471" y="2240280"/>
            <a:ext cx="1874519" cy="219456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0631" y="237744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3C2A9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1" y="265176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Apply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1" y="3017520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Allow, block, or require human 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72582" y="2240280"/>
            <a:ext cx="1874519" cy="219456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2" y="237744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3C2A9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2" y="265176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Record &amp; 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2" y="3017520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Append-only ledger, witness batches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11693" y="2240280"/>
            <a:ext cx="1874519" cy="219456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48853" y="237744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3C2A9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8853" y="265176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Replay &amp;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8853" y="3017520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Console review, integrity hash, audit bundle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Outbound transfer above limit — app.salanor.com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7955279" cy="256032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7498079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E9"/>
                </a:solidFill>
                <a:latin typeface="Segoe UI"/>
              </a:rPr>
              <a:t>Scenario: workflow attempts USD 2,500 transfer.</a:t>
            </a:r>
            <a:br/>
            <a:r>
              <a:t>Rule: above USD 1,000 → human approval required.</a:t>
            </a:r>
            <a:br/>
            <a:br/>
            <a:r>
              <a:t>Without Aegis → payment runs immediately.</a:t>
            </a:r>
            <a:br/>
            <a:r>
              <a:t>With Aegis → workflow stops. Approver sees amount and beneficiary.</a:t>
            </a:r>
            <a:br/>
            <a:r>
              <a:t>No approval → no payment. Every step signed and exportable.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983480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Demo path: Approvals → Traces → re-run workflow → approve live → Exports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HUMAN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Named approver — not just what happened, who authorized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Email, Slack, PagerDuty, or SMS alerts — your configuration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Approver identified, timestamped, linked to one trace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Refusal or timeout → action does not execute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History: approved, refused, expired — with the rule that applied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AUDIT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Evidence your teams can hold — not a certification 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Export bundles by period with verifiable integrity hash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Control mappings in exports today: SOC 2 and EU AI Act (roadmap: NIST AI RMF, ISO 42001)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Step-by-step replay in console — rule, approval, execution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Admin audit log: policies, keys, connections, exports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Supports BNR supervision and Rwanda Law 058/2021 accountability for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4924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Salanor is not SOC 2 certified today. Exports are documentation aid for your audit — honest positioning.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PILOT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30 days · one workflow · one measurable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7955279" cy="74980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7685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295144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One process — payment, KYC, limit change, or AI-gated 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7955279" cy="74980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4553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163824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Rules, approvals, register, training, one audit export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886200"/>
            <a:ext cx="7955279" cy="74980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14215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4032504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Team tier from USD 299 / month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754880"/>
            <a:ext cx="7955279" cy="74980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8289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Success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901184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One sensitive operation, human-approved, verified by BK risk or audit without Salanor in the room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Help us shape the right pilot for Bank of Kigali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Which AI or automation initiative is highest priority — and what blocks it today?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Where do you require dual control — and how is it documented now?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Who from risk, compliance, IT security, or digital must validate a pilot?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If we proved control on one workflow in 30 days, would that unblock your AI roadmap?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Salanor Ltd · Kigali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EDE9"/>
                </a:solidFill>
                <a:latin typeface="Segoe UI"/>
              </a:rPr>
              <a:t>Landry Bougang Fotso</a:t>
            </a:r>
            <a:br/>
            <a:r>
              <a:t>Founder</a:t>
            </a:r>
            <a:br/>
            <a:br/>
            <a:r>
              <a:t>www.salanor.com</a:t>
            </a:r>
            <a:br/>
            <a:r>
              <a:t>www.salanor.com/products/aegis</a:t>
            </a:r>
            <a:br/>
            <a:r>
              <a:t>app.salanor.com</a:t>
            </a:r>
            <a:br/>
            <a:br/>
            <a:r>
              <a:t>hello@salanor.com · partners@salanor.com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29200"/>
            <a:ext cx="7955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18582"/>
                </a:solidFill>
                <a:latin typeface="Segoe UI"/>
              </a:rPr>
              <a:t>Confidential · Prepared for Bank of Kigali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