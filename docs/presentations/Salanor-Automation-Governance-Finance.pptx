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yourself. Three-part story: why automate, the gap, Salanor + Aegis. Finance &amp; insurance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Africa-only — many regulated institutions worldwide still manual. Transition: one workflow done properly is enough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automation as rules + routing + notifications. Avoid AI 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the workflow that keeps ops or compliance awake at 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most know they should automate; fewer plan for accountability at machine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caveat leads into Act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1 close: automation is worth doing — the question is how to do it so risk and audit say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many automation projects stall — risk blocks because nobody wants to sign without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Aegis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to: our systems have no issues. Never say their stack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POPIA if SA audience. Universal point: evidence not efficiency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3 begins. Salanor implements + embeds Aegis from day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only software vendor — design + implement + Aegis.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BYOK for production; Workflow Bridge for orchestrators in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rip-and-replace.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 demo. See NOTES.md for full script. Loom backup if network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risk committees and internal audit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POPIA: accountability easier with complete verifiable record vs email trails.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sell implementation + Aegis. Not SaaS alone. Not design partner.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Shared deck CTA. In person: book the 45 min scoping before leaving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them. Offer discovery call or technical deep-dive.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SALANOR · CONFIDENTIAL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772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E8EDE9"/>
                </a:solidFill>
                <a:latin typeface="Segoe UI"/>
              </a:rPr>
              <a:t>Automation &amp; governance</a:t>
            </a:r>
            <a:br/>
            <a:r>
              <a:t>for finance &amp; insurance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14600"/>
            <a:ext cx="7498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B0AC"/>
                </a:solidFill>
                <a:latin typeface="Segoe UI"/>
              </a:rPr>
              <a:t>We automate your critical workflows and build in Aegis from day one: speed, control, and proof for payments, claims, and KYC.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806440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18582"/>
                </a:solidFill>
                <a:latin typeface="Segoe UI"/>
              </a:rPr>
              <a:t>Landry Bougang Fotso · Founder, Salanor Ltd · Kigali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ACT 1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Many institutions still run critical work manually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Email chains, spreadsheets, paper handoffs, duplicate data entry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Slow turnaround: clients wait, staff chase approvals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Inconsistent decisions depending on who is on shift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Errors that hurt more as volume grows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Process knowledge walks out the door when people leave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440680"/>
            <a:ext cx="79552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Digital expectations are rising globally. Manual back-office processes become the bottleneck.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79552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718582"/>
                </a:solidFill>
                <a:latin typeface="Segoe UI"/>
              </a:rPr>
              <a:t>Automation &amp; governance · Finance &amp; insurance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WHAT AUTOMATION BRINGS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Structured workflow automation — not “replace everyone with AI”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240280"/>
            <a:ext cx="1874519" cy="2011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04872"/>
            <a:ext cx="16459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Speed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70632"/>
            <a:ext cx="164591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Routine steps in minutes, not hours or days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1" y="2240280"/>
            <a:ext cx="1874519" cy="2011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1" y="2404872"/>
            <a:ext cx="16459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Consistency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1" y="2770632"/>
            <a:ext cx="164591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Same rule, same path, every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72582" y="2240280"/>
            <a:ext cx="1874519" cy="2011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742" y="2404872"/>
            <a:ext cx="16459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742" y="2770632"/>
            <a:ext cx="164591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More volume without linear headcount growth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3" y="2240280"/>
            <a:ext cx="1874519" cy="2011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3" y="2404872"/>
            <a:ext cx="16459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Focus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8853" y="2770632"/>
            <a:ext cx="164591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Staff on judgment, not copy-paste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72000"/>
            <a:ext cx="7955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Automation removes friction around sensitive decisions. It does not remove humans from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High-value starting points. Pick one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Outbound payments above threshold: approval before execution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KYC / AML document checks: route exceptions, flag incomplete files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Limit or account status changes: dual control before core update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Reconciliation alerts: surface mismatches with context to the right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INSURANCE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Same logic. One workflow, measurable outcome.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Claims intake and routing by type, amount, or fraud score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Claim settlement or disbursement: block above threshold until sign-off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Policy changes in production: premium, coverage, beneficiary updates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Regulatory or partner reporting: gather, validate, transmit with record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When automation has clear ownership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7955279" cy="74980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76856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Faster customer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295144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Onboarding, claims,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017520"/>
            <a:ext cx="7955279" cy="74980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Lower cost per transaction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163824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Less manual rework and chasing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86200"/>
            <a:ext cx="7955279" cy="74980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14215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Fewer operational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032504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Rules do not forget steps on a Friday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54880"/>
            <a:ext cx="7955279" cy="74980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82896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Room to grow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901184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Same team handles more without burning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23560"/>
            <a:ext cx="79552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18582"/>
                </a:solidFill>
                <a:latin typeface="Segoe UI"/>
              </a:rPr>
              <a:t>Caveat: automation built only for speed, without control, can increase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START SMART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No five-year transformation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240280"/>
            <a:ext cx="7955279" cy="868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04872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3C2A9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7744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EDE9"/>
                </a:solidFill>
                <a:latin typeface="Segoe UI"/>
              </a:rPr>
              <a:t>One critical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404872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Payment, claim, KYC, or similar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227832"/>
            <a:ext cx="7955279" cy="868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3C2A9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6499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EDE9"/>
                </a:solidFill>
                <a:latin typeface="Segoe UI"/>
              </a:rPr>
              <a:t>4–8 week 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392424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Rules, integration, approvals, measurable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215384"/>
            <a:ext cx="7955279" cy="86868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79976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3C2A9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5254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EDE9"/>
                </a:solidFill>
                <a:latin typeface="Segoe UI"/>
              </a:rPr>
              <a:t>Prove ROI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379976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Then expand to the next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ACT 2 ·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When automation goes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Wrong payment executes instantly. No natural pause to catch it.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Claim settled without the checks your policy requires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Limit change applies before anyone with authority has seen it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Who authorized this Tuesday at 2 p.m.? Scattered logs, tickets, chat.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66360"/>
            <a:ext cx="79552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3C2A9"/>
                </a:solidFill>
                <a:latin typeface="Segoe UI"/>
              </a:rPr>
              <a:t>Speed without proof is liability.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THE ACCOUNTABILITY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Three hidden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240280"/>
            <a:ext cx="2514600" cy="233172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441448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Audit drag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Weeks reconstructing events from incomplete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2240280"/>
            <a:ext cx="2514600" cy="233172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41448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Committee paralysis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Risk boards block the next project. No trail from the last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2240280"/>
            <a:ext cx="2514600" cy="233172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2441448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Regulatory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When money and client data move automatically without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892040"/>
            <a:ext cx="795527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Logs say something happened. They rarely answer: which rule applied, which person approved, and whether the record can be verified later.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YOUR SYSTEMS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This is not a fix for outages. It unlocks the next automation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If core systems run well today, good. The question is what you automate next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Many teams want AI, scripts, or orchestration. Risk blocks because nobody can prove who authorized what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Without a signed approval register, audit reconstruction takes weeks, not hours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Governed automation lets you say yes to the next project because proof exists from 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79552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Stable systems are an advantage. Salanor helps you add automation without betting the institution.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REGULATORY &amp;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Accountability applies whether you automate or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POPIA (South Africa): lawful processing and accountability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AML / KYC: who approved exceptions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Internal audit and SOC-style controls: evidence controls operated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EU AI Act, SOC 2: relevant for international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148840"/>
            <a:ext cx="361188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2331720"/>
            <a:ext cx="3246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Regulators and boards do not ask:</a:t>
            </a:r>
            <a:br/>
            <a:r>
              <a:t>“Did the robot run?”</a:t>
            </a:r>
            <a:br/>
            <a:br/>
            <a:r>
              <a:t>They ask:</a:t>
            </a:r>
            <a:br/>
            <a:r>
              <a:t>“Who was responsible,</a:t>
            </a:r>
            <a:br/>
            <a:r>
              <a:t>and can you prove it?”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YOU NEED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Fast operations and provable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331720"/>
            <a:ext cx="251460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532888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B0AC"/>
                </a:solidFill>
                <a:latin typeface="Segoe UI"/>
              </a:rPr>
              <a:t>Manual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Slow, inconsistent, hard to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2331720"/>
            <a:ext cx="251460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532888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B0AC"/>
                </a:solidFill>
                <a:latin typeface="Segoe UI"/>
              </a:rPr>
              <a:t>Automation, no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Fast, but blind and risky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2331720"/>
            <a:ext cx="251460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2532888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Salanor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Implement workflow + Aegis: fast and provable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ACT 3 · SALANOR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Implementation with governance built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Design the priority workflow with ops, risk, and IT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Implement automation on your existing stack — no core replacement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Include Aegis from day one: rules, approvals, signed traces, audit exports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709160"/>
            <a:ext cx="79552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3C2A9"/>
                </a:solidFill>
                <a:latin typeface="Segoe UI"/>
              </a:rPr>
              <a:t>We automate the workflow. Aegis is built in so risk and audit can trust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WHAT AEGIS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Control and proof before a sensitive action executes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Rule evaluates → allow, deny, or require approval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Named human approves or refuses when required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Action proceeds only after the gate clears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Every step in a signed, append-only register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148840"/>
            <a:ext cx="3611880" cy="256032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3C2A9"/>
                </a:solidFill>
                <a:latin typeface="Segoe UI"/>
              </a:rPr>
              <a:t>Aegis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6974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9EB0AC"/>
                </a:solidFill>
                <a:latin typeface="Segoe UI"/>
              </a:rPr>
              <a:t>Core banking or claims platform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EB0AC"/>
                </a:solidFill>
                <a:latin typeface="Segoe UI"/>
              </a:rPr>
              <a:t>SIEM or log aggregator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9EB0AC"/>
                </a:solidFill>
                <a:latin typeface="Segoe UI"/>
              </a:rPr>
              <a:t>Replacement for compliance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LIMITS AND RULES PER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Honest path: amount rules today, your data model in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2514600" cy="288036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Today (shipped)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15768"/>
            <a:ext cx="2286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Thresholds by amount and action type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Full client context for the approver: account, beneficiary, segment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Multiple active policies in parallel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2148840"/>
            <a:ext cx="2514600" cy="288036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228600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Phase 2 (with you)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715768"/>
            <a:ext cx="2286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Rules by client segment, account type, beneficiary lists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Your core banking fields inside the rule condition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2148840"/>
            <a:ext cx="2514600" cy="288036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228600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Phase 3 (optional)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2715768"/>
            <a:ext cx="2286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Risk model on your data to recommend limit per client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9EB0AC"/>
                </a:solidFill>
                <a:latin typeface="Segoe UI"/>
              </a:rPr>
              <a:t>Scoring stays with you or is built with your risk team in scoping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57800"/>
            <a:ext cx="795527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We provide execution and proof. Per-client limits from your risk model are mapped during deployment with payment and risk teams.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Four steps, one chain of proof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331720"/>
            <a:ext cx="1874519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468880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EDE9"/>
                </a:solidFill>
                <a:latin typeface="Segoe UI"/>
              </a:rPr>
              <a:t>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08960"/>
            <a:ext cx="1691639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EB0AC"/>
                </a:solidFill>
                <a:latin typeface="Segoe UI"/>
              </a:rPr>
              <a:t>n8n, SDK, or open APS-1 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1" y="2331720"/>
            <a:ext cx="1874519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199" y="2468880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199" y="27432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EDE9"/>
                </a:solidFill>
                <a:latin typeface="Segoe UI"/>
              </a:rPr>
              <a:t>Apply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199" y="3108960"/>
            <a:ext cx="1691639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EB0AC"/>
                </a:solidFill>
                <a:latin typeface="Segoe UI"/>
              </a:rPr>
              <a:t>Allow, block, or pause for approval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72582" y="2331720"/>
            <a:ext cx="1874519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0" y="2468880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0" y="27432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EDE9"/>
                </a:solidFill>
                <a:latin typeface="Segoe UI"/>
              </a:rPr>
              <a:t>Record &amp; 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0" y="3108960"/>
            <a:ext cx="1691639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EB0AC"/>
                </a:solidFill>
                <a:latin typeface="Segoe UI"/>
              </a:rPr>
              <a:t>Append-only ledger, witness batches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3" y="2331720"/>
            <a:ext cx="1874519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1421" y="2468880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1421" y="2743200"/>
            <a:ext cx="1691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EDE9"/>
                </a:solidFill>
                <a:latin typeface="Segoe UI"/>
              </a:rPr>
              <a:t>Replay &amp; 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1" y="3108960"/>
            <a:ext cx="1691639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EB0AC"/>
                </a:solidFill>
                <a:latin typeface="Segoe UI"/>
              </a:rPr>
              <a:t>Console, verification, audit bundles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Bank scenario: outbound transfer above limit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7955279" cy="30632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EDE9"/>
                </a:solidFill>
                <a:latin typeface="Segoe UI"/>
              </a:rPr>
              <a:t>Case: workflow attempts USD 2,500 transfer. Rule: above USD 1,000 requires human approval.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Without governance → payment goes when workflow runs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With Aegis → workflow stops; approver sees amount, beneficiary, context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No approval → no payment. Every step recorded and signed.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Same pattern for claims, KYC, limit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86400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18582"/>
                </a:solidFill>
                <a:latin typeface="Segoe UI"/>
              </a:rPr>
              <a:t>Demo: app.salanor.com · Prepare Approvals history before the meeting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HUMAN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“Proposed by the system” vs “authorized by a person”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Alerts via email, Slack, PagerDuty, or SMS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Named approver, timestamp, one trace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Refusal or timeout → action does not execute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8EDE9"/>
                </a:solidFill>
                <a:latin typeface="Segoe UI"/>
              </a:rPr>
              <a:t>Full history: approved, refused, expired — with rule applied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AUDIT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Evidence for your reviews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795527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Exports by period with verifiable integrity hash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Control mappings: SOC 2 &amp; EU AI Act in exports today (documentation aid, not certification)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Step-by-step replay in the console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8EDE9"/>
                </a:solidFill>
                <a:latin typeface="Segoe UI"/>
              </a:rPr>
              <a:t>Admin audit log: policies, keys, connections, exports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WHAT WE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4 to 8 weeks · one workflow · automation + Aegis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7955279" cy="65836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58568"/>
            <a:ext cx="1417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276856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One process we automate for you: payment, claim, KYC, or similar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98648"/>
            <a:ext cx="7955279" cy="65836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08376"/>
            <a:ext cx="1417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26664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Workflow on your stack (n8n, API, scripts) with Aegis rules, approvals, signed trace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648456"/>
            <a:ext cx="7955279" cy="65836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58183"/>
            <a:ext cx="1417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776472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Aegis Team tier from USD 299 / month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398264"/>
            <a:ext cx="7955279" cy="65836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07992"/>
            <a:ext cx="1417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526279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Fixed fee by complexity: orchestrator only vs core API + BYOK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148072"/>
            <a:ext cx="7955279" cy="658368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1417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3C2A9"/>
                </a:solidFill>
                <a:latin typeface="Segoe UI"/>
              </a:rPr>
              <a:t>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276088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Workflow runs faster. Your audit team validates the proof without Salanor in the room.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806440"/>
            <a:ext cx="79552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18582"/>
                </a:solidFill>
                <a:latin typeface="Segoe UI"/>
              </a:rPr>
              <a:t>api.salanor.com · app.salanor.com · n8n, TypeScript, Python, Go SDKs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lan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347472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7552" y="43891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718582"/>
                </a:solidFill>
                <a:latin typeface="Segoe UI"/>
              </a:rPr>
              <a:t>SALANOR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49808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8EDE9"/>
                </a:solidFill>
                <a:latin typeface="Segoe UI"/>
              </a:rPr>
              <a:t>Questions, a use case, or want to see more? Book a call.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719072"/>
            <a:ext cx="1005840" cy="41148"/>
          </a:xfrm>
          <a:prstGeom prst="rect">
            <a:avLst/>
          </a:prstGeom>
          <a:solidFill>
            <a:srgbClr val="43C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240280"/>
            <a:ext cx="251460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441448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15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98648"/>
            <a:ext cx="22402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Short intro, Q&amp;A, console preview or live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2240280"/>
            <a:ext cx="251460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41448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45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898648"/>
            <a:ext cx="22402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Scoping with ops, risk, or IT: pick one workflow and define success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2240280"/>
            <a:ext cx="2514600" cy="2148840"/>
          </a:xfrm>
          <a:prstGeom prst="roundRect">
            <a:avLst/>
          </a:prstGeom>
          <a:solidFill>
            <a:srgbClr val="141917"/>
          </a:solidFill>
          <a:ln w="9525">
            <a:solidFill>
              <a:srgbClr val="273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2441448"/>
            <a:ext cx="2240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3C2A9"/>
                </a:solidFill>
                <a:latin typeface="Segoe UI"/>
              </a:rPr>
              <a:t>On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898648"/>
            <a:ext cx="22402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EB0AC"/>
                </a:solidFill>
                <a:latin typeface="Segoe UI"/>
              </a:rPr>
              <a:t>Sample audit export, one-pager, or demo on your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09160"/>
            <a:ext cx="79552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B0AC"/>
                </a:solidFill>
                <a:latin typeface="Segoe UI"/>
              </a:rPr>
              <a:t>Email me directly. If someone introduced you, they can help set up the call.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49240"/>
            <a:ext cx="79552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EDE9"/>
                </a:solidFill>
                <a:latin typeface="Segoe UI"/>
              </a:rPr>
              <a:t>hello@salanor.com · partners@salanor.com · app.salanor.com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D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9552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43C2A9"/>
                </a:solidFill>
                <a:latin typeface="Segoe UI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79552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8EDE9"/>
                </a:solidFill>
                <a:latin typeface="Segoe UI"/>
              </a:rPr>
              <a:t>Salanor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8EDE9"/>
                </a:solidFill>
                <a:latin typeface="Segoe UI"/>
              </a:rPr>
              <a:t>Landry Bougang Fotso · Founder · Kigali, Rwanda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58568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B0AC"/>
                </a:solidFill>
                <a:latin typeface="Segoe UI"/>
              </a:rPr>
              <a:t>www.salanor.com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42616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B0AC"/>
                </a:solidFill>
                <a:latin typeface="Segoe UI"/>
              </a:rPr>
              <a:t>www.salanor.com/products/aegis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26664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8EDE9"/>
                </a:solidFill>
                <a:latin typeface="Segoe UI"/>
              </a:rPr>
              <a:t>app.salanor.com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93592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B0AC"/>
                </a:solidFill>
                <a:latin typeface="Segoe UI"/>
              </a:rPr>
              <a:t>hello@salanor.com · partners@salanor.com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43600"/>
            <a:ext cx="79552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718582"/>
                </a:solidFill>
                <a:latin typeface="Segoe UI"/>
              </a:rPr>
              <a:t>Automation &amp; governance · Finance &amp; insurance ·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