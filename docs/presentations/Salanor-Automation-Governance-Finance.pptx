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Three-part story: why automate, the gap, Salanor + Aegis. Finance &amp; insurance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Africa-only — many regulated institutions worldwide still manual. Transition: one workflow done properly is enough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automation as rules + routing + notifications. Avoid AI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workflow that keeps ops or compliance awake at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Bridge: most know they should automate; fewer plan for accountability at machine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caveat leads into Act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1 close: automation is worth doing — the question is how to do it so risk and audit say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many automation projects stall — risk blocks because nobody wants to sign without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Aegis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POPIA if SA audience. Universal point: evidence not efficiency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3 begins. Salanor implements + embeds Aegis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only software vendor — design + implement + Aegis.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BYOK for production; Workflow Bridge for orchestrators in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rip-and-replace.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 demo. See NOTES.md for full script. Loom backup if network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risk committees and internal audit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POPIA: accountability easier with complete verifiable record vs email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over-promise custom scope beyond pilot without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Listen more than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them. Offer discovery call or technical deep-dive.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SALANOR · CONFIDENTIAL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772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DE9"/>
                </a:solidFill>
                <a:latin typeface="Segoe UI"/>
              </a:rPr>
              <a:t>Automation &amp; governance</a:t>
            </a:r>
            <a:br/>
            <a:r>
              <a:t>for finance &amp; 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1460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B0AC"/>
                </a:solidFill>
                <a:latin typeface="Segoe UI"/>
              </a:rPr>
              <a:t>Operational impact, controlled risk, and proof you can show — payments, claims, KYC, and sensitive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8064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Landry Bougang Fotso · Founder, Salanor Ltd · Kigali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ACT 1 · 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Many institutions still run critical work manually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Email chains, spreadsheets, paper handoffs, duplicate data entry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Slow turnaround — clients wait; staff chase approvals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Inconsistent decisions depending on who is on shift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Errors that hurt more as volume grows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Process knowledge walks out the door when people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44068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Digital expectations are rising globally. Manual back-office processes become the bottleneck.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18582"/>
                </a:solidFill>
                <a:latin typeface="Segoe UI"/>
              </a:rPr>
              <a:t>Automation &amp; governance · Finance &amp; insurance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WHAT AUTOMATION BRINGS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Structured workflow automation — not “replace everyone with AI”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74519" cy="2011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063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Routine steps in minutes, not hours or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1" y="2240280"/>
            <a:ext cx="1874519" cy="2011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1" y="2404872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1" y="277063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Same rule, same path, every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2" y="2240280"/>
            <a:ext cx="1874519" cy="2011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2" y="2404872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2" y="277063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More volume without linear headcount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1693" y="2240280"/>
            <a:ext cx="1874519" cy="2011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8853" y="2404872"/>
            <a:ext cx="16459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3" y="277063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Staff on judgment, not copy-paste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7200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Automation removes friction around sensitive decisions — it does not remove humans from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High-value starting points — pick one for a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Outbound payments above threshold → approval before execution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KYC / AML document checks → route exceptions, flag incomplete files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Limit or account status changes → dual control before core update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Reconciliation alerts → surface mismatches with context to the right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Same logic — one workflow, measurable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Claims intake and routing — by type, amount, or fraud score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Claim settlement or disbursement — block above threshold until sign-off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Policy changes in production — premium, coverage, beneficiary updates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Regulatory or partner reporting — gather, validate, transmit with record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When automation has clear 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768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Faster customer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29514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Onboarding, claims,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Lower cost per transaction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16382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Less manual rework and chasing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8620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14215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Fewer operational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03250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Rules do not forget steps on a Friday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754880"/>
            <a:ext cx="7955279" cy="74980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8289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Room to grow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90118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Same team handles more without burning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2356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Caveat: automation built only for speed, without control, can increase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START 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No five-year transformation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048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C2A9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One critical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404872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Payment, claim, KYC, or similar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27832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924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C2A9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6499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4–8 week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392424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Rules, integration, approvals, measurable success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215384"/>
            <a:ext cx="7955279" cy="86868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799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C2A9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525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Prove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379976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Then expand to the next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ACT 2 ·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When automation goes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Wrong payment executes instantly — no natural pause to catch it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Claim settled without the checks your policy requires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Limit change applies before anyone with authority has seen it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“Who authorized this Tuesday at 2 p.m.?” → scattered logs, tickets,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16636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C2A9"/>
                </a:solidFill>
                <a:latin typeface="Segoe UI"/>
              </a:rPr>
              <a:t>Speed without proof is 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THE ACCOUNTABILITY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Three hidden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251460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Audit drag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Weeks reconstructing events from incomplete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240280"/>
            <a:ext cx="251460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Committee paralysis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Risk boards block the next project — no trail from the last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240280"/>
            <a:ext cx="251460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Regulatory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When money and client data move automatically without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9204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Logs say something happened. They rarely answer: which rule applied, which person approved, and whether the record can be verified later.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REGULATORY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Accountability applies whether you automate or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POPIA (South Africa) — lawful processing &amp; accountability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AML / KYC — who approved exceptions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Internal audit &amp; SOC-style controls — evidence controls operated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EU AI Act, SOC 2 — relevant for international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148840"/>
            <a:ext cx="361188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331720"/>
            <a:ext cx="3246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Regulators and boards do not ask:</a:t>
            </a:r>
            <a:br/>
            <a:r>
              <a:t>“Did the robot run?”</a:t>
            </a:r>
            <a:br/>
            <a:br/>
            <a:r>
              <a:t>They ask:</a:t>
            </a:r>
            <a:br/>
            <a:r>
              <a:t>“Who was responsible,</a:t>
            </a:r>
            <a:br/>
            <a:r>
              <a:t>and can you prove it?”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YOU NEED 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Fast operations and provable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B0AC"/>
                </a:solidFill>
                <a:latin typeface="Segoe UI"/>
              </a:rPr>
              <a:t>Manual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Slow, inconsistent, hard to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B0AC"/>
                </a:solidFill>
                <a:latin typeface="Segoe UI"/>
              </a:rPr>
              <a:t>Automation, no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Fast — but blind and risky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Salanor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Implement workflow + Aegis: fast and provable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ACT 3 · SALANOR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Implementation with governance built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Design the priority workflow with ops, risk, and IT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Implement automation on your existing stack — no core replacement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Include Aegis from day one: rules, approvals, signed traces, audit exports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3C2A9"/>
                </a:solidFill>
                <a:latin typeface="Segoe UI"/>
              </a:rPr>
              <a:t>We build the automation you need. Aegis is the layer that makes it safe to 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WHAT AEGIS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Control and proof before a sensitive action executes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Rule evaluates → allow, deny, or require approval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Named human approves or refuses when required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Action proceeds only after the gate clears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Every step in a signed, append-only 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148840"/>
            <a:ext cx="3611880" cy="25603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Aegis is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6974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Core banking or claims platform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SIEM or log aggregator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Replacement for compliance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Four steps, one chain of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n8n, SDK, or open APS-1 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1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199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Apply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Allow, block, or pause for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2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0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0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Record &amp; 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0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Append-only ledger, witness batches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3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1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1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Replay &amp;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1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Console, verification, audit bundles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Bank scenario: outbound transfer above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30632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Case: workflow attempts USD 2,500 transfer. Rule: above USD 1,000 requires human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Without governance → payment goes when workflow runs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With Aegis → workflow stops; approver sees amount, beneficiary, context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No approval → no payment. Every step recorded and signed.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Same pattern for claims, KYC, limit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8640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Demo: app.salanor.com · Prepare Approvals history before the meeting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HUMAN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“Proposed by the system” vs “authorized by a person”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Alerts via email, Slack, PagerDuty, or SMS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Named approver, timestamp, one trace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Refusal or timeout → action does not execute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Full history: approved, refused, expired — with rule applied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AUDIT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Evidence for your reviews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Exports by period with verifiable integrity hash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Control mappings: SOC 2 &amp; EU AI Act in exports today (documentation aid, not certification)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Step-by-step replay in the console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Admin audit log: policies, keys, connections, exports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PILOT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30 days · one workflow · measurable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76856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One process — payment, claim, KYC, etc.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98648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08376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26664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Rules, approvals, register, training, one audit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48456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58183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776472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Team tier from USD 299 /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98264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0799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526279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Fixed fee by integration complexity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48072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276088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One sensitive operation, human-approved, verifiable by risk or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0644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18582"/>
                </a:solidFill>
                <a:latin typeface="Segoe UI"/>
              </a:rPr>
              <a:t>api.salanor.com · app.salanor.com · n8n, TypeScript, Python, Go SDKs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Questions to move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Which sensitive workflows still run manually — and hurt most in audit?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Where do you require dual control — and how do you document it today?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Would one automated workflow with signed trace + export unblock a project in 30 days?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Who from risk, compliance, or IT must validate a pilot?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DE9"/>
                </a:solidFill>
                <a:latin typeface="Segoe UI"/>
              </a:rPr>
              <a:t>Salanor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E9"/>
                </a:solidFill>
                <a:latin typeface="Segoe UI"/>
              </a:rPr>
              <a:t>Landry Bougang Fotso · Founder · Kigali,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856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www.salanor.com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2616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www.salanor.com/products/aegis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26664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E9"/>
                </a:solidFill>
                <a:latin typeface="Segoe UI"/>
              </a:rPr>
              <a:t>app.salanor.com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93592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hello@salanor.com · partners@salanor.com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18582"/>
                </a:solidFill>
                <a:latin typeface="Segoe UI"/>
              </a:rPr>
              <a:t>Automation &amp; governance · Finance &amp; insurance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