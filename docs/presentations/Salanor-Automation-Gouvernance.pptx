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Présentez-vous. Histoire en trois actes : pourquoi automatiser, le risque, Salanor + Aegis. Banque et assurance uniquement.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réservé à l'Afrique : beaucoup d'institutions régulées restent manuelles. Transition : un seul flux bien fait suffit pour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Définir l'automatisation comme règles + routage + notifications. Éviter le hype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Choisissez le flux qui empêche ops ou conformité de dormir la nuit.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: la plupart savent qu'il faut automatiser ; moins planifient la responsabilité à vitesse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Mise en garde honnête qui introduit l'Acte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 Acte 1 : l'automatisation vaut le coup. La question est comment la faire accepter par risque et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Pourquoi beaucoup de projets d'automatisation bloquent : le risque refuse de signer sans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Écart qu'Aegis comble.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à : nos systèmes n'ont aucun problème. Ne dites jamais que leur stack est cassée.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POPIA si audience Afrique du Sud. Point universel : la preuve, pas seulement l'efficacité.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Acte 3 commence. Salanor implémente et intègre Aegis dès le premier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seulement éditeur logiciel : conception + implémentation + Aegis.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BYOK en production ; Workflow Bridge pour orchestrateurs en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de refonte applicative.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10 min. Voir NOTES.md pour le script complet. Loom en secours si réseau défaillant.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que les comités risque et l'audit interne attendent.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POPIA : la responsabilité est plus simple avec un dossier complet vérifiable qu'avec des e-mails.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vendez implémentation + Aegis. Pas SaaS seul. Pas partenaire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du deck. En présentiel : fixer le cadrage 45 min avant de quitter la salle.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Remerciez M. Yassine. Proposez un appel de découverte ou une démo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CONFIDENTIEL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772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DE9"/>
                </a:solidFill>
                <a:latin typeface="Segoe UI"/>
              </a:rPr>
              <a:t>Automatisation et gouvernance</a:t>
            </a:r>
            <a:br/>
            <a:r>
              <a:t>pour la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Nous automatisons vos flux critiques et intégrons Aegis dès le premier jour : vitesse, contrôle et preuve pour paiements, sinistres et KYC.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Fondateur,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ACTE 1 · L'OPPORTUNITÉ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Beaucoup d'institutions gèrent encore l'essentiel à la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Chaînes d'e-mails, tableurs, transmissions papier, saisies en double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Délais longs : les clients attendent, les équipes relancent les approbations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Décisions incohérentes selon qui est de service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Erreurs qui pèsent davantage quand le volume augmente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Le savoir-processus part avec les personnes qui quittent l'entreprise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4068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Les attentes numériques montent partout. Les processus manuels deviennent le goulot d'étranglement.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Automatisation et gouvernance · Finance et assurance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CE QUE L'AUTOMATISATION APPORTE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Automatisation structurée de flux, pas « remplacer tout le monde par l'IA 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Vitesse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Les étapes routinières en minutes, pas en heures ou jours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1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1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Cohérence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1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Même règle, même chemin, à chaque fois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2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2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Échelle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2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Plus de volume sans croissance linéaire des effectifs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3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3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3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Les équipes sur le jugement, pas sur le copier-coller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L'automatisation retire la friction autour des décisions sensibles. Elle ne retire pas les humains de la décision.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BANQUE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Points de départ à forte valeur. Choisissez un flux.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Virements sortants au-dessus d'un seuil : approbation avant exécution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Contrôles KYC / LBC-FT : router les exceptions, signaler les dossiers incomplets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Changements de limite ou de statut de compte : double contrôle avant mise à jour du core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Alertes de rapprochement : remonter les écarts avec contexte à la bonne équipe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Même logique. Un flux, un résultat mesurable.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Intake sinistre et routage par type, montant ou score fraude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Règlement ou décaissement sinistre : blocage au-dessus du seuil jusqu'à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Changements de police en production : prime, garanties, bénéficiaires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Reporting régulateur ou partenaire : collecte, validation, transmission tracée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IMPACT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Quand l'automatisation a un propriétaire clair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768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Réponse client plus 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9514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Onboarding, sinistres, paiements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Coût par transaction plus 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6382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Moins de reprise manuelle et de relances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5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Moins d'erreurs opérationnelles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03250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Les règles n'oublient pas les étapes un vendredi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Capacité de croissance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9011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La même équipe traite plus sans s'épuiser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235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Attention : l'automatisation pensée seulement pour la vitesse, sans contrôle, peut augmenter le risque.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COMMENCER INTELLIGEMMENT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Pas besoin d'une transformation sur cinq 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Un flux critique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04872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Paiement, sinistre, KYC ou équivalent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27832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649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Pilote 4 à 8 semaines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92424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Règles, intégration, approbations, succès mesurable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15384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525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Prouver le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79976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Puis étendre au flux suivant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ACTE 2 · LE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Quand l'automatisation dérape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Un mauvais virement s'exécute instantanément. Aucune pause naturelle pour le corriger.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Sinistre réglé sans les contrôles exigés par votre politique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Changement de limite appliqué avant qu'une personne habilitée l'ait vu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Qui a autorisé cela mardi à 14 h ? Logs éparpillés, tickets, chat.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663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La vitesse sans preuve est une responsabilité.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LE DÉFICIT DE RESPONSABILITÉ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Trois coûts cachés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Charge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Semaines à reconstruire les événements à partir de dossiers incomplets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Paralysie comité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Le comité risque bloque le projet suivant. Aucune trace du précédent.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Exposition réglementaire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Quand argent et données clients bougent sans preuve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Les logs disent qu'il s'est passé quelque chose. Ils répondent rarement : quelle règle, quel approbateur, et si l'enregistrement est vérifiable plus tard.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VOS SYSTÈMES FONCTIONNENT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Ce n'est pas une panne. C'est la condition pour le prochain projet d'automatisation.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Si le core tourne bien aujourd'hui, tant mieux. La question est ce que vous automatisez demain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Beaucoup veulent IA, scripts ou orchestration. Le risque bloque car personne ne prouve qui a autorisé quoi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Sans registre signé des approbations, l'audit se reconstruit en semaines, pas en heures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L'automatisation gouvernée permet de dire oui au projet suivant parce que la preuve existe dès le jour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Des systèmes stables sont un atout. Salanor vous aide à ajouter l'automatisation sans parier l'institution.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RÉGLEMENTATION ET CONFIANCE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La responsabilité s'applique, que vous automatisiez ou non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POPIA (Afrique du Sud, si pertinent) : traitement licite et responsabilité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LBC-FT / KYC : qui a approuvé les exceptions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Audit interne et contrôles type SOC : preuve que les contrôles ont fonctionné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EU AI Act, SOC 2 : pertinents pour les groupes internationaux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46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Régulateurs et conseils ne demandent pas :</a:t>
            </a:r>
            <a:br/>
            <a:r>
              <a:t>« Le robot a-t-il tourné ? »</a:t>
            </a:r>
            <a:br/>
            <a:br/>
            <a:r>
              <a:t>Ils demandent :</a:t>
            </a:r>
            <a:br/>
            <a:r>
              <a:t>« Qui était responsable,</a:t>
            </a:r>
            <a:br/>
            <a:r>
              <a:t>et pouvez-vous le prouver ?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IL FAUT LES DEUX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Opérations rapides et contrôle prouvable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Manuel seul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Lent, incohérent, difficile à scaler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Automatisation sans gouvernance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Rapide, mais aveugle et risqué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Modèle Salanor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Implémenter le flux + Aegis : rapide et prouvable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ACTE 3 · SALANOR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Implémentation avec gouvernance intégrée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Concevoir le flux prioritaire avec ops, risque et 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Implémenter l'automatisation sur votre stack existante, sans remplacer le core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Intégrer Aegis dès le jour 1 : règles, approbations, traces signées, exports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Nous automatisons le flux. Aegis est intégré pour que risque et audit puissent y faire confiance.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QU'EST-CE QU'AEGIS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Contrôle et preuve avant qu'une action sensible s'exécute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La règle évalue : autoriser, refuser ou exiger approbation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Un humain identifié approuve ou refuse si requis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L'action ne part qu'après validation du contrôle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Chaque étape dans un registre signé, append-only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5603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Aegis n'est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97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Un core banking ou SI sinistres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Un SIEM ou agrégateur de logs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Un remplacement de la conformité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LIMITES ET RÈGLES PAR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Chemin honnête : règles par montant aujourd'hui, votre modèle en déploiement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Aujourd'hui (livré)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Seuils par montant et type d'action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Contexte client complet pour l'approbateur : compte, bénéficiaire, segment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Plusieurs politiques actives en parallèle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2 (avec vous)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Règles par segment client, type de compte, listes bénéficiaires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Champs métier de votre core dans la condition de règle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3 (optionnel)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Modèle de risque sur vos données pour recommander le plafond par client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Le scoring reste chez vous ou se construit en cadrage avec vos équipes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Nous fournissons exécution et preuve. Les limites par client issues de votre modèle de risque se cartographient en déploiement avec vos équipes paiement et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COMMENT ÇA MARCHE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Quatre étapes, une chaîne de preuve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Raccorder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n8n, SDK, ou format ouvert APS-1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Appliquer les règles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Autoriser, bloquer, ou mettre en attente d'approbation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0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0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Enregistrer et 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0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Registre append-only, lots de témoin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1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1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Rejouer et exporter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1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Console, vérification, bundles audit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DÉMONSTRATION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Scénario banque : virement sortant au-dessus du plafond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30632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Cas : le workflow tente un virement de 2 500 USD. Règle : au-delà de 1 000 USD, approbation humaine requise.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Sans gouvernance : le virement part dès que le workflow s'exécute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Avec Aegis : le flux s'arrête ; l'approbateur voit montant, bénéficiaire, contexte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Sans approbation : pas de virement. Chaque étape enregistrée et signée.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Même mécanique pour sinistres, KYC, changements de limite.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Démo : app.salanor.com · Préparer l'historique Approbations avant la réunion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APPROBATION HUMAINE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« Proposé par le système » vs « autorisé par une personne 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Alertes par e-mail, Slack, PagerDuty ou SMS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Approbateur identifié, horodaté, trace unique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Refus ou expiration : l'action ne s'exécute pas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Historique complet : approuvé, refusé, expiré, avec la règle appliquée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AUDIT ET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Des preuves pour vos revues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Exports par période avec hash d'intégrité vérifiable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Correspondance contrôles : SOC 2 et EU AI Act dans les exports (aide doc., pas certification)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Relecture pas à pas dans la console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Journal admin : politiques, clés, connexions, exports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CE QUE NOUS LIVRONS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4 à 8 semaines · un flux · automatisation + Aegis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Périmètre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7685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Un processus que nous automatisons pour vous : paiement, sinistre, KYC ou équivalent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26664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Flux sur votre stack (n8n, API, scripts) avec règles Aegis, approbations, trace signée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48456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3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Plateforme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7647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Formule Aegis Team à partir de 299 USD / 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0799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Implémentation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26279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Forfait fixe selon complexité : orchestrateur seul vs API core + BYOK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48072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Succès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27608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Le flux va plus vite. Votre audit valide la preuve sans Salanor dans la salle.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0644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api.salanor.com · app.salanor.com · SDK n8n, TypeScript, Python, Go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PROCHAINE ÉTAPE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Une question, un cas concret, ou envie d'en voir plus ? Prenons rendez-vous.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Intro courte, Q&amp;R, aperçu console ou démo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45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Cadrage avec ops, risque ou IT : un flux et un critère de succès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Sur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Exemple d'export audit, fiche une page, ou démo sur votre scénario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Contactez-moi directement ou via M. Yassine. Nous fixons un créneau et repartons avec un périmètre clair.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hello@salanor.com · partners@salanor.com · app.salanor.com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DE9"/>
                </a:solidFill>
                <a:latin typeface="Segoe UI"/>
              </a:rPr>
              <a:t>Salanor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Landry Bougang Fotso · Fondateur · Kigali,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2616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www.salanor.com/products/aegis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app.salanor.com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93592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hello@salanor.com · partners@salanor.com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Automatisation et gouvernance · Finance et assurance ·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