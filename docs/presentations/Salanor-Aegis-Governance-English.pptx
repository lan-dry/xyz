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when automation touches money or client files, who authorized what, under which rule, and can you prove it without rebuilding five systems?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this slide. This is the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say their system is broken. Validate stability. Sell the future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South Africa: POPIA accountability is easier with a verifiable record than email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SALANOR · CONFIDENTIAL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DE9"/>
                </a:solidFill>
                <a:latin typeface="Segoe UI"/>
              </a:rPr>
              <a:t>Governed automation</a:t>
            </a:r>
            <a:br/>
            <a:r>
              <a:t>for finance and insurance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749807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B0AC"/>
                </a:solidFill>
                <a:latin typeface="Segoe UI"/>
              </a:rPr>
              <a:t>Payments, claims, KYC, limits: rules, human approval when required, signed proof you can export. Without replacing core banking or your claims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Landry Bougang Fotso · Founder, Salanor Ltd · Kigali, Rwanda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A governance layer, not just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Teams already automate, or will with AI: payments, claims, KYC, limit changes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The risk is not speed. It is having no proof when a controller asks who authorized what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Logs say something happened. They rarely say which rule applied or which named approver signed off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Aegis: rules before execution, named human approval when required, signed register you can export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You gain: launch automation without every project dying in the risk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440680"/>
            <a:ext cx="79552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When money or client data moves at machine speed, the board and regulator ask one question: who authorized this, under which rule, and can you prove it without rebuilding five systems?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Sensitive operations speed up. Proof does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79476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13432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51760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Outbound payment above threshold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Limit or account status change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KYC / AML validation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Payment or settlement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3794760" cy="23317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313432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Insurance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651760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Claim settlement or disbursement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Coverage or premium change in production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High-value policy open or close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Regulatory or partner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When audit asks who approved what, application logs and tickets are not enough. You need one chain: rule, human decision if required, execution, verifiable timestamp.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YOUR SYSTEMS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Not a fix for outages. Governance for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If everything runs well today, good. Aegis is not an incident patch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The question is tomorrow: AI copilot, business scripts, orchestration. Who authorizes before the core executes?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 stable system with no signed approval register means audit rebuilt in weeks, not hours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You gain: say yes to automation projects because proof exists before the next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You are ahead on stability. Aegis is the layer that lets you add AI and automation without betting the institution.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WHAT YOU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Speed and audit-ready proof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Move faster with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Automation no longer blocked by the risk committee by default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1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1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Answer audit quickly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1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Signed trace and export in hours, not weeks of reconstruction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2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2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Clear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2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Named approver, rule applied, full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3" y="224028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8853" y="2404872"/>
            <a:ext cx="16459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Concrete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3" y="2953512"/>
            <a:ext cx="164591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One critical workflow in 4 to 8 weeks, measurable 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GOVERNED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One offer: automate and govern every sensitive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Automation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Fast, but blind and risky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EB0AC"/>
                </a:solidFill>
                <a:latin typeface="Segoe UI"/>
              </a:rPr>
              <a:t>Governance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Safe, but slow and hard to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33172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532888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Salanor Aegis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08960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Rules + approval + signed trace on the workflow you automate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9204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Salanor can integrate n8n, your APIs, and internal scripts. Aegis governs every sensitive action from day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Where Aegis sits in your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79552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Aegis sits before a sensitive action executes: rule, named approval if needed, signed register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Not core banking, AML engine, or SIEM. You keep your business systems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Governance and proof layer around your flows: API, orchestration, internal scripts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8EDE9"/>
                </a:solidFill>
                <a:latin typeface="Segoe UI"/>
              </a:rPr>
              <a:t>Production: BYOK (private key stays with you). Orchestrator (n8n): Workflow Bridge with no private key in the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WHAT YOU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Operational solution, not an R&amp;D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58568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You keep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76856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Core banking, claims system, SIEM, AML, your teams, your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53512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Salanor adds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81528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 before sensitive actions, named approval, alerts, signed trace, audit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58184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867912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886200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n8n, Make, HTTP, TypeScript / Python / Go SDK, open APS-1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62856"/>
            <a:ext cx="7955279" cy="713232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72584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90872"/>
            <a:ext cx="5943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BYOK in production. Orchestrator bridge for a fast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Deploy on one critical workflow in 4 to 8 weeks. Success = your audit team validates the proof without Salanor in the room.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LIMITS AND RULES PER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Today, next with you, risk scoring on your data if you want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Today (shipped)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Thresholds by amount and action type (e.g. payment &gt; X requires approval)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Full client context visible to approver: account, beneficiary, segment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Multiple active policies in parallel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2 (deployment)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Rules by client segment, account type, beneficiary lists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Your core banking fields in the rule 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148840"/>
            <a:ext cx="2514600" cy="288036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228600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Phase 3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715768"/>
            <a:ext cx="2286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Risk model on your data to recommend limit per client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9EB0AC"/>
                </a:solidFill>
                <a:latin typeface="Segoe UI"/>
              </a:rPr>
              <a:t>Scoring stays with you or is built in scoping with your risk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57800"/>
            <a:ext cx="79552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We do not claim to have your risk model today. We provide the execution and proof layer. Per-client customization is mapped with your payment and risk teams during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Four steps, one chain of proof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n8n, SDK, or APS-1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1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Apply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Allow, block, or require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2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0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0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0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Signed register, witness batches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3" y="2331720"/>
            <a:ext cx="1874519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1" y="24688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1421" y="2743200"/>
            <a:ext cx="1691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EDE9"/>
                </a:solidFill>
                <a:latin typeface="Segoe UI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1" y="3108960"/>
            <a:ext cx="169163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EB0AC"/>
                </a:solidFill>
                <a:latin typeface="Segoe UI"/>
              </a:rPr>
              <a:t>Console, verification, audit bundle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Bank scenario: outbound payment above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30632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Case: workflow attempts a USD 2,500 payment. Rule: above USD 1,000 requires human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Without governance: payment goes when the workflow runs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With Aegis: workflow stops. Approver sees amount, beneficiary, context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No approval: no payment. Every step recorded and signed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Same pattern for claims, KYC, limit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48640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18582"/>
                </a:solidFill>
                <a:latin typeface="Segoe UI"/>
              </a:rPr>
              <a:t>Console: app.salanor.com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APPROVAL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Who signed, not just what happened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Alerts: email, Slack, PagerDuty, SMS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Named approver, timestamp, single trace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Refusal or timeout: action does not execute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8EDE9"/>
                </a:solidFill>
                <a:latin typeface="Segoe UI"/>
              </a:rPr>
              <a:t>Full history with the rule that applied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3611880" cy="256032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317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C2A9"/>
                </a:solidFill>
                <a:latin typeface="Segoe UI"/>
              </a:rPr>
              <a:t>Audit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97480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Bundle by period, integrity hash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POPIA accountability, SOC 2 and EU AI Act control mapping (doc aid, not Salanor certification)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9EB0AC"/>
                </a:solidFill>
                <a:latin typeface="Segoe UI"/>
              </a:rPr>
              <a:t>Step-by-step replay in the console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DEPLOYMENT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4 to 8 weeks · one workflow · proof your audit accepts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76856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One process: payment, claim, KYC, limit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98648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026664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Rules, approvals, active register, console training, audit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48456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3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776472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Team tier from USD 299 /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98264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0799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526279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Fixed fee by integration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48072"/>
            <a:ext cx="7955279" cy="658368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3C2A9"/>
                </a:solidFill>
                <a:latin typeface="Segoe UI"/>
              </a:rPr>
              <a:t>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76088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Sensitive operation approved by a named human, verifiable by your risk or audit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lano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347472" cy="3474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552" y="43891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18582"/>
                </a:solidFill>
                <a:latin typeface="Segoe U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8EDE9"/>
                </a:solidFill>
                <a:latin typeface="Segoe UI"/>
              </a:rPr>
              <a:t>Questions, a concrete use case, or want to see more? Book a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1005840" cy="41148"/>
          </a:xfrm>
          <a:prstGeom prst="rect">
            <a:avLst/>
          </a:prstGeom>
          <a:solidFill>
            <a:srgbClr val="43C2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Short intro, Q&amp;A, console preview or live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45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Scoping with ops, risk, or IT: one workflow, rules, approvers, success criteria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2240280"/>
            <a:ext cx="2514600" cy="2148840"/>
          </a:xfrm>
          <a:prstGeom prst="roundRect">
            <a:avLst/>
          </a:prstGeom>
          <a:solidFill>
            <a:srgbClr val="141917"/>
          </a:solidFill>
          <a:ln w="9525">
            <a:solidFill>
              <a:srgbClr val="273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441448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3C2A9"/>
                </a:solidFill>
                <a:latin typeface="Segoe UI"/>
              </a:rPr>
              <a:t>On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98648"/>
            <a:ext cx="2240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EB0AC"/>
                </a:solidFill>
                <a:latin typeface="Segoe UI"/>
              </a:rPr>
              <a:t>Sample audit export, one-pager, or demo on a bank / insurance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091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EB0AC"/>
                </a:solidFill>
                <a:latin typeface="Segoe UI"/>
              </a:rPr>
              <a:t>Email me directly. If someone introduced you, they can help set up the call. We agree a scope if deployment makes sense for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EDE9"/>
                </a:solidFill>
                <a:latin typeface="Segoe UI"/>
              </a:rPr>
              <a:t>hello@salanor.com · partners@salanor.com · app.salanor.com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D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3C2A9"/>
                </a:solidFill>
                <a:latin typeface="Segoe U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8EDE9"/>
                </a:solidFill>
                <a:latin typeface="Segoe UI"/>
              </a:rPr>
              <a:t>Salanor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Landry Bougang Fotso · Founder · Kigali, Rwanda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5856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42616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www.salanor.com/products/aegis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26664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DE9"/>
                </a:solidFill>
                <a:latin typeface="Segoe UI"/>
              </a:rPr>
              <a:t>app.salanor.com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93592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B0AC"/>
                </a:solidFill>
                <a:latin typeface="Segoe UI"/>
              </a:rPr>
              <a:t>hello@salanor.com · partners@salanor.com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43600"/>
            <a:ext cx="7955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18582"/>
                </a:solidFill>
                <a:latin typeface="Segoe UI"/>
              </a:rPr>
              <a:t>Governed automation · Finance and insurance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