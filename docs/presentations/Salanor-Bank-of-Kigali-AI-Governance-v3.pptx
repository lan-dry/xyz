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them for the meeting. You understand BK has been careful about AI — that is the right instinct. Today: what AI security really means, where Salanor Aegis fits, and a live demo of control +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Validate their fear. Do not dismiss it. They are right to hesitate without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list: Bank-of-Kigali-AI-USE-CASES.md. Read-only analytics = different security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they want full AI security: Aegis is the actions layer. You partner with their SOC and model vendors. Do not claim to replace firewall or LLM safety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this BEFORE demo. See Bank-of-Kigali-AI-USE-CASES.md Data privacy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line: AI proposes, rules decide, humans authorize when needed, proof remains.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Today's demo: AI-assisted vendor payment USD 2,847.50 · PO-2026-8842.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core banking. Not SIEM. Complementary layer they are missing for AI-era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short — demo is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 Bank-of-Kigali-DEMO-SCENARIO.md. Say: your org would be Bank of Kigali isolated tenant.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what risk and internal audit need for AI-era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overclaim certification. Emphasize operational proof for board and regulator.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are selling protection they deploy — not asking them to refine your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Listen. Propose scoping call with payment ops + risk + IT — with a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them. Say you will send PDF after meeting. Propose scoping call with risk/IT if interest.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02920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SALANOR · CONFIDENTIAL · BANK OF KIGALI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772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8EDE9"/>
                </a:solidFill>
                <a:latin typeface="Segoe UI"/>
              </a:rPr>
              <a:t>Governed AI &amp; automation</a:t>
            </a:r>
            <a:br/>
            <a:r>
              <a:t>for banking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23160"/>
            <a:ext cx="7498079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B0AC"/>
                </a:solidFill>
                <a:latin typeface="Segoe UI"/>
              </a:rPr>
              <a:t>How to adopt AI and automation without losing control, accountability, or audit proof.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806440"/>
            <a:ext cx="7955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18582"/>
                </a:solidFill>
                <a:latin typeface="Segoe UI"/>
              </a:rPr>
              <a:t>Landry Bougang Fotso · Founder, Salanor Ltd · Kigali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WHY BANKS HESITATE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AI without control is a liability, not an advantage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795527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A wrong payment or account change can execute at machine speed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Regulators and the board ask: who authorized this, and can you prove it?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Logs and chat threads are not enough for internal audit or BNR supervision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One incident can freeze every AI project for years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Teams block automation because nobody wants to sign without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349240"/>
            <a:ext cx="79552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Your caution is correct. The question is not whether to use AI — it is how to use it safely.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AI AT BANK OF KIGALI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Many use cases — one protection pattern for sensitive 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79552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Customer chatbot / voice → gate card block, transfer, account changes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Vendor &amp; treasury payments → gate before core banking executes (today's demo)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KYC / AML AI → gate account activation and compliance overrides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Fraud alerts → gate account release and high-risk unblocks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Credit / lending AI → gate limit assignment and account flags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Internal copilot → gate when AI calls payment or account APIs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532120"/>
            <a:ext cx="7955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8EDE9"/>
                </a:solidFill>
                <a:latin typeface="Segoe UI"/>
              </a:rPr>
              <a:t>Aegis does not read every prompt. It governs actions — whatever triggered them: AI, automation, or script.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AI SECURITY IS LAYERED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No single product covers everything — be honest about the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7955279" cy="86868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5856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Infrastructure &amp;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276856"/>
            <a:ext cx="5303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Network, IAM, encryption, DLP — your existing security team / vendors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108960"/>
            <a:ext cx="7955279" cy="86868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21868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Models &amp; prompts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236976"/>
            <a:ext cx="5303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Vendor choice, testing, prompt safety, monitoring — MLOps / AI platform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069080"/>
            <a:ext cx="7955279" cy="86868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17880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Actions &amp;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4197096"/>
            <a:ext cx="5303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Rules, human approval, signed traces, audit exports — Salanor Aegis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5029200"/>
            <a:ext cx="7955279" cy="86868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13892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Oversight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5157216"/>
            <a:ext cx="5303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Policies, board reporting, regulatory evidence — compliance + Aegis exports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532120"/>
            <a:ext cx="79552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EDE9"/>
                </a:solidFill>
                <a:latin typeface="Segoe UI"/>
              </a:rPr>
              <a:t>Aegis is the operational control plane: nothing sensitive moves without rules, approval, and proof.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YOUR DATA · OUR 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External vendor — minimum data, maximum control for Bank of Kigali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7955279" cy="658368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240280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Isolated tenant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258568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Bank of Kigali organization — no cross-bank visibility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98648"/>
            <a:ext cx="7955279" cy="658368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990088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Data minimization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008376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Masked accounts &amp; references in traces — not full PAN or card numbers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648456"/>
            <a:ext cx="7955279" cy="658368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3739896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Keys stay with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758183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BYOK in production — Salanor verifies signatures, not your private keys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398264"/>
            <a:ext cx="7955279" cy="658368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4489703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No training on your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507992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Unless explicitly agreed in writing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5148072"/>
            <a:ext cx="7955279" cy="658368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5239512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What we store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52578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Governance metadata: rules, approvers, timestamps, audit chain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WHERE AEGIS SITS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Before money, accounts, or client records 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795527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Customer-facing AI suggests an action → Aegis evaluates rules → human approves if required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Internal copilot prepares a transfer or limit change → same gate before execution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Automated KYC / onboarding workflow → block exceptions until a named person signs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Any API, script, or orchestrator touching sensitive operations → one accountability 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257800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Works with chatbots, copilots, n8n, and core APIs. Aegis does not judge model output — it governs operations.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BANK OF KIGALI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Where the protection layer applies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795527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Vendor &amp; outbound payments above threshold → approval before core banking executes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KYC / onboarding exceptions → block until compliance signs with full context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Account or limit changes → dual control with named approver and signed trace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AI-assisted customer or internal channels → gate before any financial action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Any automation touching money or client records → one accountability chain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YOUR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You keep your systems — Aegis adds control and proof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240280"/>
            <a:ext cx="3794760" cy="228600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3520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3C2A9"/>
                </a:solidFill>
                <a:latin typeface="Segoe UI"/>
              </a:rPr>
              <a:t>You keep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3474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Core banking, channels, SIEM, AML engine, AI model vendors, existing governance.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2240280"/>
            <a:ext cx="3794760" cy="228600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423160"/>
            <a:ext cx="3520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3C2A9"/>
                </a:solidFill>
                <a:latin typeface="Segoe UI"/>
              </a:rPr>
              <a:t>Aegis adds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788920"/>
            <a:ext cx="3474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EDE9"/>
                </a:solidFill>
                <a:latin typeface="Segoe UI"/>
              </a:rPr>
              <a:t>Rules before execution, named human approval, signed register, exports for audit and BNR reviews.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Four steps — one chain of proof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240280"/>
            <a:ext cx="1874519" cy="219456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18745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3C2A9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1691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EDE9"/>
                </a:solidFill>
                <a:latin typeface="Segoe UI"/>
              </a:rPr>
              <a:t>Connect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164591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EB0AC"/>
                </a:solidFill>
                <a:latin typeface="Segoe UI"/>
              </a:rPr>
              <a:t>API, SDK, n8n, or open APS-1 ingest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33471" y="2240280"/>
            <a:ext cx="1874519" cy="219456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70631" y="2377440"/>
            <a:ext cx="18745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3C2A9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0631" y="2651760"/>
            <a:ext cx="1691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EDE9"/>
                </a:solidFill>
                <a:latin typeface="Segoe UI"/>
              </a:rPr>
              <a:t>Apply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0631" y="3017520"/>
            <a:ext cx="164591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EB0AC"/>
                </a:solidFill>
                <a:latin typeface="Segoe UI"/>
              </a:rPr>
              <a:t>Allow, block, or require human approval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72582" y="2240280"/>
            <a:ext cx="1874519" cy="219456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9742" y="2377440"/>
            <a:ext cx="18745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3C2A9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9742" y="2651760"/>
            <a:ext cx="1691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EDE9"/>
                </a:solidFill>
                <a:latin typeface="Segoe UI"/>
              </a:rPr>
              <a:t>Record &amp; 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9742" y="3017520"/>
            <a:ext cx="164591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EB0AC"/>
                </a:solidFill>
                <a:latin typeface="Segoe UI"/>
              </a:rPr>
              <a:t>Append-only ledger, witness batches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11693" y="2240280"/>
            <a:ext cx="1874519" cy="219456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48853" y="2377440"/>
            <a:ext cx="18745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3C2A9"/>
                </a:solidFill>
                <a:latin typeface="Segoe U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48853" y="2651760"/>
            <a:ext cx="1691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EDE9"/>
                </a:solidFill>
                <a:latin typeface="Segoe UI"/>
              </a:rPr>
              <a:t>Replay &amp; export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48853" y="3017520"/>
            <a:ext cx="164591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EB0AC"/>
                </a:solidFill>
                <a:latin typeface="Segoe UI"/>
              </a:rPr>
              <a:t>Console review, integrity hash, audit bundle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AI-assisted vendor payment · Bank of Kigali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7955279" cy="28346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7498079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EDE9"/>
                </a:solidFill>
                <a:latin typeface="Segoe UI"/>
              </a:rPr>
              <a:t>Workflow: procurement bot prepares payment after PO approval</a:t>
            </a:r>
            <a:br/>
            <a:r>
              <a:t>Amount: USD 2,847.50 → Rwanda Medical Supply Ltd · PO-2026-8842</a:t>
            </a:r>
            <a:br/>
            <a:r>
              <a:t>Source: BK Operations USD · ****7739</a:t>
            </a:r>
            <a:br/>
            <a:r>
              <a:t>Rule: above USD 1,000 → Head of Payment Operations must approve</a:t>
            </a:r>
            <a:br/>
            <a:br/>
            <a:r>
              <a:t>Without Aegis → transfer executes immediately.</a:t>
            </a:r>
            <a:br/>
            <a:r>
              <a:t>With Aegis → blocked until authorized · full signed trace · audit export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166360"/>
            <a:ext cx="79552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Demo: Approvals → Traces → live block &amp; approve → Exports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HUMAN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Named approver — not just what happened, who authorized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795527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Email, Slack, PagerDuty, or SMS alerts — your configuration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Approver identified, timestamped, linked to one trace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Refusal or timeout → action does not execute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History: approved, refused, expired — with the rule that applied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AUDIT &amp;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Evidence your teams can hold — not a certification claim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795527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Export bundles by period with verifiable integrity hash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Control mappings in exports today: SOC 2 and EU AI Act (roadmap: NIST AI RMF, ISO 42001)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Step-by-step replay in console — rule, approval, execution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Admin audit log: policies, keys, connections, exports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Supports BNR supervision and Rwanda Law 058/2021 accountability for 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349240"/>
            <a:ext cx="7955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Salanor is not SOC 2 certified today. Exports are documentation aid for your audit — honest positioning.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DEPLOY ON YOUR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Proof of control — not a product experiment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7955279" cy="749808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76856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What you 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2295144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Rules, approvals, signed register, training, audit export on one BK 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017520"/>
            <a:ext cx="7955279" cy="749808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45536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Where it runs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3163824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Your isolated organization · your approvers · your policies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886200"/>
            <a:ext cx="7955279" cy="749808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014215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Timeline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4032504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Typically 4–8 weeks to wire one production-critical 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754880"/>
            <a:ext cx="7955279" cy="749808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882896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Proof of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4901184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BK risk or audit validates the trace and export without Salanor in the room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Map the first workflow to protect at Bank of Kigali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795527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Which payment, KYC, or AI-initiated workflow keeps risk awake at night?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Who must approve high-value outbound transfers today — and how is that proven?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Who from payment ops, risk, compliance, and IT security owns this decision?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What would convince you the control layer works on a real BK flow?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CONTACT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Salanor Ltd · Kigali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7955279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8EDE9"/>
                </a:solidFill>
                <a:latin typeface="Segoe UI"/>
              </a:rPr>
              <a:t>Landry Bougang Fotso</a:t>
            </a:r>
            <a:br/>
            <a:r>
              <a:t>Founder</a:t>
            </a:r>
            <a:br/>
            <a:br/>
            <a:r>
              <a:t>www.salanor.com</a:t>
            </a:r>
            <a:br/>
            <a:r>
              <a:t>www.salanor.com/products/aegis</a:t>
            </a:r>
            <a:br/>
            <a:r>
              <a:t>app.salanor.com</a:t>
            </a:r>
            <a:br/>
            <a:br/>
            <a:r>
              <a:t>hello@salanor.com · partners@salanor.com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029200"/>
            <a:ext cx="79552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18582"/>
                </a:solidFill>
                <a:latin typeface="Segoe UI"/>
              </a:rPr>
              <a:t>Confidential · Prepared for Bank of Kigali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